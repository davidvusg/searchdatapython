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9" r:id="rId2"/>
  </p:sldIdLst>
  <p:sldSz cx="7589838" cy="5303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2A9447-9CE2-476C-A38C-FB506B0465B8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40" autoAdjust="0"/>
    <p:restoredTop sz="95468" autoAdjust="0"/>
  </p:normalViewPr>
  <p:slideViewPr>
    <p:cSldViewPr snapToGrid="0">
      <p:cViewPr varScale="1">
        <p:scale>
          <a:sx n="113" d="100"/>
          <a:sy n="113" d="100"/>
        </p:scale>
        <p:origin x="12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8F29B-1520-49B8-98B5-0D8D923E1A3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0788" y="1143000"/>
            <a:ext cx="4416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9A08D-89A4-4239-AAA8-C5358C68C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9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238" y="868013"/>
            <a:ext cx="6451362" cy="1846521"/>
          </a:xfrm>
        </p:spPr>
        <p:txBody>
          <a:bodyPr anchor="b"/>
          <a:lstStyle>
            <a:lvl1pPr algn="ctr">
              <a:defRPr sz="4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730" y="2785743"/>
            <a:ext cx="5692379" cy="1280533"/>
          </a:xfrm>
        </p:spPr>
        <p:txBody>
          <a:bodyPr/>
          <a:lstStyle>
            <a:lvl1pPr marL="0" indent="0" algn="ctr">
              <a:buNone/>
              <a:defRPr sz="1856"/>
            </a:lvl1pPr>
            <a:lvl2pPr marL="353598" indent="0" algn="ctr">
              <a:buNone/>
              <a:defRPr sz="1547"/>
            </a:lvl2pPr>
            <a:lvl3pPr marL="707197" indent="0" algn="ctr">
              <a:buNone/>
              <a:defRPr sz="1392"/>
            </a:lvl3pPr>
            <a:lvl4pPr marL="1060795" indent="0" algn="ctr">
              <a:buNone/>
              <a:defRPr sz="1237"/>
            </a:lvl4pPr>
            <a:lvl5pPr marL="1414394" indent="0" algn="ctr">
              <a:buNone/>
              <a:defRPr sz="1237"/>
            </a:lvl5pPr>
            <a:lvl6pPr marL="1767992" indent="0" algn="ctr">
              <a:buNone/>
              <a:defRPr sz="1237"/>
            </a:lvl6pPr>
            <a:lvl7pPr marL="2121591" indent="0" algn="ctr">
              <a:buNone/>
              <a:defRPr sz="1237"/>
            </a:lvl7pPr>
            <a:lvl8pPr marL="2475189" indent="0" algn="ctr">
              <a:buNone/>
              <a:defRPr sz="1237"/>
            </a:lvl8pPr>
            <a:lvl9pPr marL="2828788" indent="0" algn="ctr">
              <a:buNone/>
              <a:defRPr sz="12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E330-23EE-4F86-8A7A-CD5176A2CEE7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9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3375-6C43-464F-9AEF-1751076B5C5C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2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49" y="1322278"/>
            <a:ext cx="6546235" cy="2206249"/>
          </a:xfrm>
        </p:spPr>
        <p:txBody>
          <a:bodyPr anchor="b"/>
          <a:lstStyle>
            <a:lvl1pPr>
              <a:defRPr sz="4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849" y="3549399"/>
            <a:ext cx="6546235" cy="1160214"/>
          </a:xfrm>
        </p:spPr>
        <p:txBody>
          <a:bodyPr/>
          <a:lstStyle>
            <a:lvl1pPr marL="0" indent="0">
              <a:buNone/>
              <a:defRPr sz="1856">
                <a:solidFill>
                  <a:schemeClr val="tx1"/>
                </a:solidFill>
              </a:defRPr>
            </a:lvl1pPr>
            <a:lvl2pPr marL="353598" indent="0">
              <a:buNone/>
              <a:defRPr sz="1547">
                <a:solidFill>
                  <a:schemeClr val="tx1">
                    <a:tint val="75000"/>
                  </a:schemeClr>
                </a:solidFill>
              </a:defRPr>
            </a:lvl2pPr>
            <a:lvl3pPr marL="707197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3pPr>
            <a:lvl4pPr marL="1060795" indent="0">
              <a:buNone/>
              <a:defRPr sz="1237">
                <a:solidFill>
                  <a:schemeClr val="tx1">
                    <a:tint val="75000"/>
                  </a:schemeClr>
                </a:solidFill>
              </a:defRPr>
            </a:lvl4pPr>
            <a:lvl5pPr marL="1414394" indent="0">
              <a:buNone/>
              <a:defRPr sz="1237">
                <a:solidFill>
                  <a:schemeClr val="tx1">
                    <a:tint val="75000"/>
                  </a:schemeClr>
                </a:solidFill>
              </a:defRPr>
            </a:lvl5pPr>
            <a:lvl6pPr marL="1767992" indent="0">
              <a:buNone/>
              <a:defRPr sz="1237">
                <a:solidFill>
                  <a:schemeClr val="tx1">
                    <a:tint val="75000"/>
                  </a:schemeClr>
                </a:solidFill>
              </a:defRPr>
            </a:lvl6pPr>
            <a:lvl7pPr marL="2121591" indent="0">
              <a:buNone/>
              <a:defRPr sz="1237">
                <a:solidFill>
                  <a:schemeClr val="tx1">
                    <a:tint val="75000"/>
                  </a:schemeClr>
                </a:solidFill>
              </a:defRPr>
            </a:lvl7pPr>
            <a:lvl8pPr marL="2475189" indent="0">
              <a:buNone/>
              <a:defRPr sz="1237">
                <a:solidFill>
                  <a:schemeClr val="tx1">
                    <a:tint val="75000"/>
                  </a:schemeClr>
                </a:solidFill>
              </a:defRPr>
            </a:lvl8pPr>
            <a:lvl9pPr marL="2828788" indent="0">
              <a:buNone/>
              <a:defRPr sz="12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4F29-4F14-4D90-9597-968030944419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9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801" y="1411902"/>
            <a:ext cx="3225681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2356" y="1411902"/>
            <a:ext cx="3225681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06B3-66F6-4EDA-913D-0698C6661326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6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282381"/>
            <a:ext cx="6546235" cy="1025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791" y="1300177"/>
            <a:ext cx="3210857" cy="637197"/>
          </a:xfrm>
        </p:spPr>
        <p:txBody>
          <a:bodyPr anchor="b"/>
          <a:lstStyle>
            <a:lvl1pPr marL="0" indent="0">
              <a:buNone/>
              <a:defRPr sz="1856" b="1"/>
            </a:lvl1pPr>
            <a:lvl2pPr marL="353598" indent="0">
              <a:buNone/>
              <a:defRPr sz="1547" b="1"/>
            </a:lvl2pPr>
            <a:lvl3pPr marL="707197" indent="0">
              <a:buNone/>
              <a:defRPr sz="1392" b="1"/>
            </a:lvl3pPr>
            <a:lvl4pPr marL="1060795" indent="0">
              <a:buNone/>
              <a:defRPr sz="1237" b="1"/>
            </a:lvl4pPr>
            <a:lvl5pPr marL="1414394" indent="0">
              <a:buNone/>
              <a:defRPr sz="1237" b="1"/>
            </a:lvl5pPr>
            <a:lvl6pPr marL="1767992" indent="0">
              <a:buNone/>
              <a:defRPr sz="1237" b="1"/>
            </a:lvl6pPr>
            <a:lvl7pPr marL="2121591" indent="0">
              <a:buNone/>
              <a:defRPr sz="1237" b="1"/>
            </a:lvl7pPr>
            <a:lvl8pPr marL="2475189" indent="0">
              <a:buNone/>
              <a:defRPr sz="1237" b="1"/>
            </a:lvl8pPr>
            <a:lvl9pPr marL="2828788" indent="0">
              <a:buNone/>
              <a:defRPr sz="12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791" y="1937374"/>
            <a:ext cx="3210857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2356" y="1300177"/>
            <a:ext cx="3226670" cy="637197"/>
          </a:xfrm>
        </p:spPr>
        <p:txBody>
          <a:bodyPr anchor="b"/>
          <a:lstStyle>
            <a:lvl1pPr marL="0" indent="0">
              <a:buNone/>
              <a:defRPr sz="1856" b="1"/>
            </a:lvl1pPr>
            <a:lvl2pPr marL="353598" indent="0">
              <a:buNone/>
              <a:defRPr sz="1547" b="1"/>
            </a:lvl2pPr>
            <a:lvl3pPr marL="707197" indent="0">
              <a:buNone/>
              <a:defRPr sz="1392" b="1"/>
            </a:lvl3pPr>
            <a:lvl4pPr marL="1060795" indent="0">
              <a:buNone/>
              <a:defRPr sz="1237" b="1"/>
            </a:lvl4pPr>
            <a:lvl5pPr marL="1414394" indent="0">
              <a:buNone/>
              <a:defRPr sz="1237" b="1"/>
            </a:lvl5pPr>
            <a:lvl6pPr marL="1767992" indent="0">
              <a:buNone/>
              <a:defRPr sz="1237" b="1"/>
            </a:lvl6pPr>
            <a:lvl7pPr marL="2121591" indent="0">
              <a:buNone/>
              <a:defRPr sz="1237" b="1"/>
            </a:lvl7pPr>
            <a:lvl8pPr marL="2475189" indent="0">
              <a:buNone/>
              <a:defRPr sz="1237" b="1"/>
            </a:lvl8pPr>
            <a:lvl9pPr marL="2828788" indent="0">
              <a:buNone/>
              <a:defRPr sz="12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2356" y="1937374"/>
            <a:ext cx="3226670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AAB32-C4F6-4093-B7A8-0E8EA4AF57C3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3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31465-CEF1-44C7-8EA9-61F943FC543C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9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6621-DD98-4571-BCF3-B3D990B12ED1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1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353589"/>
            <a:ext cx="2447920" cy="1237562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6670" y="763655"/>
            <a:ext cx="3842355" cy="3769163"/>
          </a:xfrm>
        </p:spPr>
        <p:txBody>
          <a:bodyPr/>
          <a:lstStyle>
            <a:lvl1pPr>
              <a:defRPr sz="2475"/>
            </a:lvl1pPr>
            <a:lvl2pPr>
              <a:defRPr sz="2166"/>
            </a:lvl2pPr>
            <a:lvl3pPr>
              <a:defRPr sz="1856"/>
            </a:lvl3pPr>
            <a:lvl4pPr>
              <a:defRPr sz="1547"/>
            </a:lvl4pPr>
            <a:lvl5pPr>
              <a:defRPr sz="1547"/>
            </a:lvl5pPr>
            <a:lvl6pPr>
              <a:defRPr sz="1547"/>
            </a:lvl6pPr>
            <a:lvl7pPr>
              <a:defRPr sz="1547"/>
            </a:lvl7pPr>
            <a:lvl8pPr>
              <a:defRPr sz="1547"/>
            </a:lvl8pPr>
            <a:lvl9pPr>
              <a:defRPr sz="15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1591151"/>
            <a:ext cx="2447920" cy="2947805"/>
          </a:xfrm>
        </p:spPr>
        <p:txBody>
          <a:bodyPr/>
          <a:lstStyle>
            <a:lvl1pPr marL="0" indent="0">
              <a:buNone/>
              <a:defRPr sz="1237"/>
            </a:lvl1pPr>
            <a:lvl2pPr marL="353598" indent="0">
              <a:buNone/>
              <a:defRPr sz="1083"/>
            </a:lvl2pPr>
            <a:lvl3pPr marL="707197" indent="0">
              <a:buNone/>
              <a:defRPr sz="928"/>
            </a:lvl3pPr>
            <a:lvl4pPr marL="1060795" indent="0">
              <a:buNone/>
              <a:defRPr sz="773"/>
            </a:lvl4pPr>
            <a:lvl5pPr marL="1414394" indent="0">
              <a:buNone/>
              <a:defRPr sz="773"/>
            </a:lvl5pPr>
            <a:lvl6pPr marL="1767992" indent="0">
              <a:buNone/>
              <a:defRPr sz="773"/>
            </a:lvl6pPr>
            <a:lvl7pPr marL="2121591" indent="0">
              <a:buNone/>
              <a:defRPr sz="773"/>
            </a:lvl7pPr>
            <a:lvl8pPr marL="2475189" indent="0">
              <a:buNone/>
              <a:defRPr sz="773"/>
            </a:lvl8pPr>
            <a:lvl9pPr marL="2828788" indent="0">
              <a:buNone/>
              <a:defRPr sz="7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99F9-4385-4346-BE20-D81EA36A3F9A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4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353589"/>
            <a:ext cx="2447920" cy="1237562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26670" y="763655"/>
            <a:ext cx="3842355" cy="3769163"/>
          </a:xfrm>
        </p:spPr>
        <p:txBody>
          <a:bodyPr anchor="t"/>
          <a:lstStyle>
            <a:lvl1pPr marL="0" indent="0">
              <a:buNone/>
              <a:defRPr sz="2475"/>
            </a:lvl1pPr>
            <a:lvl2pPr marL="353598" indent="0">
              <a:buNone/>
              <a:defRPr sz="2166"/>
            </a:lvl2pPr>
            <a:lvl3pPr marL="707197" indent="0">
              <a:buNone/>
              <a:defRPr sz="1856"/>
            </a:lvl3pPr>
            <a:lvl4pPr marL="1060795" indent="0">
              <a:buNone/>
              <a:defRPr sz="1547"/>
            </a:lvl4pPr>
            <a:lvl5pPr marL="1414394" indent="0">
              <a:buNone/>
              <a:defRPr sz="1547"/>
            </a:lvl5pPr>
            <a:lvl6pPr marL="1767992" indent="0">
              <a:buNone/>
              <a:defRPr sz="1547"/>
            </a:lvl6pPr>
            <a:lvl7pPr marL="2121591" indent="0">
              <a:buNone/>
              <a:defRPr sz="1547"/>
            </a:lvl7pPr>
            <a:lvl8pPr marL="2475189" indent="0">
              <a:buNone/>
              <a:defRPr sz="1547"/>
            </a:lvl8pPr>
            <a:lvl9pPr marL="2828788" indent="0">
              <a:buNone/>
              <a:defRPr sz="15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1591151"/>
            <a:ext cx="2447920" cy="2947805"/>
          </a:xfrm>
        </p:spPr>
        <p:txBody>
          <a:bodyPr/>
          <a:lstStyle>
            <a:lvl1pPr marL="0" indent="0">
              <a:buNone/>
              <a:defRPr sz="1237"/>
            </a:lvl1pPr>
            <a:lvl2pPr marL="353598" indent="0">
              <a:buNone/>
              <a:defRPr sz="1083"/>
            </a:lvl2pPr>
            <a:lvl3pPr marL="707197" indent="0">
              <a:buNone/>
              <a:defRPr sz="928"/>
            </a:lvl3pPr>
            <a:lvl4pPr marL="1060795" indent="0">
              <a:buNone/>
              <a:defRPr sz="773"/>
            </a:lvl4pPr>
            <a:lvl5pPr marL="1414394" indent="0">
              <a:buNone/>
              <a:defRPr sz="773"/>
            </a:lvl5pPr>
            <a:lvl6pPr marL="1767992" indent="0">
              <a:buNone/>
              <a:defRPr sz="773"/>
            </a:lvl6pPr>
            <a:lvl7pPr marL="2121591" indent="0">
              <a:buNone/>
              <a:defRPr sz="773"/>
            </a:lvl7pPr>
            <a:lvl8pPr marL="2475189" indent="0">
              <a:buNone/>
              <a:defRPr sz="773"/>
            </a:lvl8pPr>
            <a:lvl9pPr marL="2828788" indent="0">
              <a:buNone/>
              <a:defRPr sz="7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ABF3-EA37-40AC-B6FA-8ED2BD2312BC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0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1D5E-5347-4040-9077-246D9F8DF3C5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1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31478" y="282380"/>
            <a:ext cx="1636559" cy="4494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1802" y="282380"/>
            <a:ext cx="4814803" cy="44947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DE046-31E5-4614-8E2D-0DF4865AF62F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8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802" y="282381"/>
            <a:ext cx="6546235" cy="1025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802" y="1411902"/>
            <a:ext cx="6546235" cy="336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1801" y="4915873"/>
            <a:ext cx="1707714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5B50E-C570-4BEA-96BC-04D0780FD305}" type="datetime9">
              <a:rPr lang="en-US" smtClean="0"/>
              <a:t>2/2/2026 7:33:26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4134" y="4915873"/>
            <a:ext cx="256157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60323" y="4915873"/>
            <a:ext cx="1707714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58BE2-CC01-4667-8338-EF7A52E36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1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707197" rtl="0" eaLnBrk="1" latinLnBrk="0" hangingPunct="1">
        <a:lnSpc>
          <a:spcPct val="90000"/>
        </a:lnSpc>
        <a:spcBef>
          <a:spcPct val="0"/>
        </a:spcBef>
        <a:buNone/>
        <a:defRPr sz="3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6799" indent="-176799" algn="l" defTabSz="707197" rtl="0" eaLnBrk="1" latinLnBrk="0" hangingPunct="1">
        <a:lnSpc>
          <a:spcPct val="90000"/>
        </a:lnSpc>
        <a:spcBef>
          <a:spcPts val="773"/>
        </a:spcBef>
        <a:buFont typeface="Arial" panose="020B0604020202020204" pitchFamily="34" charset="0"/>
        <a:buChar char="•"/>
        <a:defRPr sz="2166" kern="1200">
          <a:solidFill>
            <a:schemeClr val="tx1"/>
          </a:solidFill>
          <a:latin typeface="+mn-lt"/>
          <a:ea typeface="+mn-ea"/>
          <a:cs typeface="+mn-cs"/>
        </a:defRPr>
      </a:lvl1pPr>
      <a:lvl2pPr marL="530398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856" kern="1200">
          <a:solidFill>
            <a:schemeClr val="tx1"/>
          </a:solidFill>
          <a:latin typeface="+mn-lt"/>
          <a:ea typeface="+mn-ea"/>
          <a:cs typeface="+mn-cs"/>
        </a:defRPr>
      </a:lvl2pPr>
      <a:lvl3pPr marL="883996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547" kern="1200">
          <a:solidFill>
            <a:schemeClr val="tx1"/>
          </a:solidFill>
          <a:latin typeface="+mn-lt"/>
          <a:ea typeface="+mn-ea"/>
          <a:cs typeface="+mn-cs"/>
        </a:defRPr>
      </a:lvl3pPr>
      <a:lvl4pPr marL="1237595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4pPr>
      <a:lvl5pPr marL="1591193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5pPr>
      <a:lvl6pPr marL="1944792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6pPr>
      <a:lvl7pPr marL="2298390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7pPr>
      <a:lvl8pPr marL="2651989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8pPr>
      <a:lvl9pPr marL="3005587" indent="-176799" algn="l" defTabSz="70719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1pPr>
      <a:lvl2pPr marL="353598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2pPr>
      <a:lvl3pPr marL="707197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3pPr>
      <a:lvl4pPr marL="1060795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4pPr>
      <a:lvl5pPr marL="1414394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5pPr>
      <a:lvl6pPr marL="1767992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6pPr>
      <a:lvl7pPr marL="2121591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7pPr>
      <a:lvl8pPr marL="2475189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8pPr>
      <a:lvl9pPr marL="2828788" algn="l" defTabSz="707197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E1177-5E80-499F-BBC5-52BD67EF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58BE2-CC01-4667-8338-EF7A52E36B11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18726-66CC-463A-A95E-47539B9775EB}"/>
              </a:ext>
            </a:extLst>
          </p:cNvPr>
          <p:cNvSpPr/>
          <p:nvPr/>
        </p:nvSpPr>
        <p:spPr>
          <a:xfrm>
            <a:off x="73025" y="150019"/>
            <a:ext cx="403225" cy="5003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3C2FEF-A4F7-40B6-921D-AC6250485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0019"/>
            <a:ext cx="7296150" cy="647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48F6F1-BF5A-4C39-95C5-2156F7FF5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935831"/>
            <a:ext cx="7286625" cy="333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7C12C-A69B-4C29-B6B1-3466C4D9F8A8}"/>
              </a:ext>
            </a:extLst>
          </p:cNvPr>
          <p:cNvSpPr txBox="1"/>
          <p:nvPr/>
        </p:nvSpPr>
        <p:spPr>
          <a:xfrm>
            <a:off x="67071" y="4283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339B51-946E-4FEA-B92E-DA24BCC291DC}"/>
              </a:ext>
            </a:extLst>
          </p:cNvPr>
          <p:cNvSpPr txBox="1"/>
          <p:nvPr/>
        </p:nvSpPr>
        <p:spPr>
          <a:xfrm>
            <a:off x="57546" y="93583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409126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1063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nguyenvu</dc:creator>
  <cp:lastModifiedBy>nguyenvu</cp:lastModifiedBy>
  <cp:revision>97</cp:revision>
  <cp:lastPrinted>2026-01-29T03:15:17Z</cp:lastPrinted>
  <dcterms:created xsi:type="dcterms:W3CDTF">2025-08-26T01:04:59Z</dcterms:created>
  <dcterms:modified xsi:type="dcterms:W3CDTF">2026-02-02T00:48:07Z</dcterms:modified>
</cp:coreProperties>
</file>