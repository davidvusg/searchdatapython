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9" r:id="rId3"/>
    <p:sldId id="260" r:id="rId4"/>
    <p:sldId id="261" r:id="rId5"/>
  </p:sldIdLst>
  <p:sldSz cx="10058400" cy="7772400"/>
  <p:notesSz cx="1371600" cy="32861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78" d="100"/>
          <a:sy n="78" d="100"/>
        </p:scale>
        <p:origin x="5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ADE6-B5B7-4624-BE46-0F3D0AF7B89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A539A-C9F2-4148-92D6-DE8826C45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06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ADE6-B5B7-4624-BE46-0F3D0AF7B89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A539A-C9F2-4148-92D6-DE8826C45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72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ADE6-B5B7-4624-BE46-0F3D0AF7B89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A539A-C9F2-4148-92D6-DE8826C45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74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ADE6-B5B7-4624-BE46-0F3D0AF7B89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A539A-C9F2-4148-92D6-DE8826C45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128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ADE6-B5B7-4624-BE46-0F3D0AF7B89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A539A-C9F2-4148-92D6-DE8826C45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74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ADE6-B5B7-4624-BE46-0F3D0AF7B89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A539A-C9F2-4148-92D6-DE8826C45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75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ADE6-B5B7-4624-BE46-0F3D0AF7B89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A539A-C9F2-4148-92D6-DE8826C45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33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ADE6-B5B7-4624-BE46-0F3D0AF7B89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A539A-C9F2-4148-92D6-DE8826C45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84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ADE6-B5B7-4624-BE46-0F3D0AF7B89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A539A-C9F2-4148-92D6-DE8826C45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15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ADE6-B5B7-4624-BE46-0F3D0AF7B89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A539A-C9F2-4148-92D6-DE8826C45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36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ADE6-B5B7-4624-BE46-0F3D0AF7B89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A539A-C9F2-4148-92D6-DE8826C45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12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0ADE6-B5B7-4624-BE46-0F3D0AF7B89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A539A-C9F2-4148-92D6-DE8826C45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53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ar code with numbers and letters&#10;&#10;Description automatically generated">
            <a:extLst>
              <a:ext uri="{FF2B5EF4-FFF2-40B4-BE49-F238E27FC236}">
                <a16:creationId xmlns:a16="http://schemas.microsoft.com/office/drawing/2014/main" id="{8FC9BB35-C8A4-4117-B62C-D1702B4DE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42" y="1899763"/>
            <a:ext cx="8966300" cy="3972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46EB85-4FA6-42A4-812D-2FB60CE4B1DE}"/>
              </a:ext>
            </a:extLst>
          </p:cNvPr>
          <p:cNvSpPr txBox="1"/>
          <p:nvPr/>
        </p:nvSpPr>
        <p:spPr>
          <a:xfrm>
            <a:off x="474958" y="4998132"/>
            <a:ext cx="9352539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latin typeface="Arial" panose="020B0604020202020204" pitchFamily="34" charset="0"/>
                <a:cs typeface="Arial" panose="020B0604020202020204" pitchFamily="34" charset="0"/>
              </a:rPr>
              <a:t>01PL2507152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6B1DA-AA12-41B6-8E93-59A7707D69B6}"/>
              </a:ext>
            </a:extLst>
          </p:cNvPr>
          <p:cNvSpPr txBox="1"/>
          <p:nvPr/>
        </p:nvSpPr>
        <p:spPr>
          <a:xfrm>
            <a:off x="1922618" y="679621"/>
            <a:ext cx="64572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Roboto" panose="02000000000000000000" pitchFamily="2" charset="0"/>
                <a:ea typeface="Roboto" panose="02000000000000000000" pitchFamily="2" charset="0"/>
              </a:rPr>
              <a:t>HÀNG HƯ  SRDL-SSDL</a:t>
            </a:r>
          </a:p>
        </p:txBody>
      </p:sp>
    </p:spTree>
    <p:extLst>
      <p:ext uri="{BB962C8B-B14F-4D97-AF65-F5344CB8AC3E}">
        <p14:creationId xmlns:p14="http://schemas.microsoft.com/office/powerpoint/2010/main" val="320751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66B1DA-AA12-41B6-8E93-59A7707D69B6}"/>
              </a:ext>
            </a:extLst>
          </p:cNvPr>
          <p:cNvSpPr txBox="1"/>
          <p:nvPr/>
        </p:nvSpPr>
        <p:spPr>
          <a:xfrm>
            <a:off x="1477252" y="404644"/>
            <a:ext cx="23775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Roboto" panose="02000000000000000000" pitchFamily="2" charset="0"/>
                <a:ea typeface="Roboto" panose="02000000000000000000" pitchFamily="2" charset="0"/>
              </a:rPr>
              <a:t>WIFI XA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86228F-8CF7-4F5D-BA55-E65BED34A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032" y="1301260"/>
            <a:ext cx="3286898" cy="39374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D73A9F-68AC-4DBF-9578-DEBE698A36A0}"/>
              </a:ext>
            </a:extLst>
          </p:cNvPr>
          <p:cNvSpPr txBox="1"/>
          <p:nvPr/>
        </p:nvSpPr>
        <p:spPr>
          <a:xfrm>
            <a:off x="5902690" y="281337"/>
            <a:ext cx="30973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Roboto" panose="02000000000000000000" pitchFamily="2" charset="0"/>
                <a:ea typeface="Roboto" panose="02000000000000000000" pitchFamily="2" charset="0"/>
              </a:rPr>
              <a:t>WIFI USER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D222C8-C7A2-4C65-AA84-71149B4DF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472" y="1301260"/>
            <a:ext cx="3530894" cy="41519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3AE643-160E-4F2F-8C71-D94065DCE0DF}"/>
              </a:ext>
            </a:extLst>
          </p:cNvPr>
          <p:cNvSpPr txBox="1"/>
          <p:nvPr/>
        </p:nvSpPr>
        <p:spPr>
          <a:xfrm>
            <a:off x="5819784" y="5453165"/>
            <a:ext cx="3342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</a:rPr>
              <a:t>MperObOtXA@141516</a:t>
            </a:r>
          </a:p>
        </p:txBody>
      </p:sp>
    </p:spTree>
    <p:extLst>
      <p:ext uri="{BB962C8B-B14F-4D97-AF65-F5344CB8AC3E}">
        <p14:creationId xmlns:p14="http://schemas.microsoft.com/office/powerpoint/2010/main" val="3750703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3A4E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61914" y="544068"/>
            <a:ext cx="4502951" cy="6684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3534" y="544068"/>
            <a:ext cx="4502950" cy="6684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953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qr code on a cell phone screen&#10;&#10;Description automatically generated">
            <a:extLst>
              <a:ext uri="{FF2B5EF4-FFF2-40B4-BE49-F238E27FC236}">
                <a16:creationId xmlns:a16="http://schemas.microsoft.com/office/drawing/2014/main" id="{C8E2565A-9822-4FF0-8BB9-529FB23E7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292" y="1154510"/>
            <a:ext cx="4232072" cy="5240956"/>
          </a:xfrm>
          <a:prstGeom prst="rect">
            <a:avLst/>
          </a:prstGeom>
        </p:spPr>
      </p:pic>
      <p:pic>
        <p:nvPicPr>
          <p:cNvPr id="5" name="Picture 4" descr="A qr code on a cell phone screen&#10;&#10;Description automatically generated">
            <a:extLst>
              <a:ext uri="{FF2B5EF4-FFF2-40B4-BE49-F238E27FC236}">
                <a16:creationId xmlns:a16="http://schemas.microsoft.com/office/drawing/2014/main" id="{B52C33EE-F001-47F3-81B7-445457F40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28" y="994057"/>
            <a:ext cx="4232072" cy="524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640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</Words>
  <Application>Microsoft Office PowerPoint</Application>
  <PresentationFormat>Custom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nguyenvu</dc:creator>
  <cp:lastModifiedBy>nguyenvu</cp:lastModifiedBy>
  <cp:revision>1</cp:revision>
  <dcterms:created xsi:type="dcterms:W3CDTF">2026-02-11T04:21:33Z</dcterms:created>
  <dcterms:modified xsi:type="dcterms:W3CDTF">2026-02-11T04:23:38Z</dcterms:modified>
</cp:coreProperties>
</file>