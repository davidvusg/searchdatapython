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9" r:id="rId2"/>
    <p:sldId id="475" r:id="rId3"/>
    <p:sldId id="480" r:id="rId4"/>
    <p:sldId id="481" r:id="rId5"/>
    <p:sldId id="482" r:id="rId6"/>
    <p:sldId id="483" r:id="rId7"/>
    <p:sldId id="489" r:id="rId8"/>
    <p:sldId id="490" r:id="rId9"/>
    <p:sldId id="491" r:id="rId10"/>
    <p:sldId id="492" r:id="rId11"/>
    <p:sldId id="493" r:id="rId12"/>
    <p:sldId id="494" r:id="rId13"/>
    <p:sldId id="495" r:id="rId14"/>
    <p:sldId id="496" r:id="rId15"/>
    <p:sldId id="497" r:id="rId16"/>
    <p:sldId id="498" r:id="rId17"/>
    <p:sldId id="499" r:id="rId18"/>
  </p:sldIdLst>
  <p:sldSz cx="5303838" cy="75898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PDATE 04.09.2025" id="{71CA4F71-B396-4254-8DCD-ABD0441BE95C}">
          <p14:sldIdLst>
            <p14:sldId id="359"/>
          </p14:sldIdLst>
        </p14:section>
        <p14:section name="NOT IN PRINTED" id="{56914DEE-7065-476D-8379-383AED741E51}">
          <p14:sldIdLst>
            <p14:sldId id="475"/>
            <p14:sldId id="480"/>
            <p14:sldId id="481"/>
            <p14:sldId id="482"/>
            <p14:sldId id="483"/>
            <p14:sldId id="489"/>
            <p14:sldId id="490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  <p14:sldId id="4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23" autoAdjust="0"/>
    <p:restoredTop sz="94660"/>
  </p:normalViewPr>
  <p:slideViewPr>
    <p:cSldViewPr snapToGrid="0">
      <p:cViewPr varScale="1">
        <p:scale>
          <a:sx n="80" d="100"/>
          <a:sy n="80" d="100"/>
        </p:scale>
        <p:origin x="16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788" y="1242134"/>
            <a:ext cx="4508262" cy="2642388"/>
          </a:xfrm>
        </p:spPr>
        <p:txBody>
          <a:bodyPr anchor="b"/>
          <a:lstStyle>
            <a:lvl1pPr algn="ctr">
              <a:defRPr sz="3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2980" y="3986423"/>
            <a:ext cx="3977879" cy="1832453"/>
          </a:xfrm>
        </p:spPr>
        <p:txBody>
          <a:bodyPr/>
          <a:lstStyle>
            <a:lvl1pPr marL="0" indent="0" algn="ctr">
              <a:buNone/>
              <a:defRPr sz="1392"/>
            </a:lvl1pPr>
            <a:lvl2pPr marL="265176" indent="0" algn="ctr">
              <a:buNone/>
              <a:defRPr sz="1160"/>
            </a:lvl2pPr>
            <a:lvl3pPr marL="530352" indent="0" algn="ctr">
              <a:buNone/>
              <a:defRPr sz="1044"/>
            </a:lvl3pPr>
            <a:lvl4pPr marL="795528" indent="0" algn="ctr">
              <a:buNone/>
              <a:defRPr sz="928"/>
            </a:lvl4pPr>
            <a:lvl5pPr marL="1060704" indent="0" algn="ctr">
              <a:buNone/>
              <a:defRPr sz="928"/>
            </a:lvl5pPr>
            <a:lvl6pPr marL="1325880" indent="0" algn="ctr">
              <a:buNone/>
              <a:defRPr sz="928"/>
            </a:lvl6pPr>
            <a:lvl7pPr marL="1591056" indent="0" algn="ctr">
              <a:buNone/>
              <a:defRPr sz="928"/>
            </a:lvl7pPr>
            <a:lvl8pPr marL="1856232" indent="0" algn="ctr">
              <a:buNone/>
              <a:defRPr sz="928"/>
            </a:lvl8pPr>
            <a:lvl9pPr marL="2121408" indent="0" algn="ctr">
              <a:buNone/>
              <a:defRPr sz="92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C3E8-3A26-4AE0-9E90-74E49430ABE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D0FBF-A57F-4FE6-96B8-DD2A96D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638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C3E8-3A26-4AE0-9E90-74E49430ABE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D0FBF-A57F-4FE6-96B8-DD2A96D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1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877" y="1892191"/>
            <a:ext cx="4574560" cy="3157161"/>
          </a:xfrm>
        </p:spPr>
        <p:txBody>
          <a:bodyPr anchor="b"/>
          <a:lstStyle>
            <a:lvl1pPr>
              <a:defRPr sz="3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877" y="5079220"/>
            <a:ext cx="4574560" cy="1660277"/>
          </a:xfrm>
        </p:spPr>
        <p:txBody>
          <a:bodyPr/>
          <a:lstStyle>
            <a:lvl1pPr marL="0" indent="0">
              <a:buNone/>
              <a:defRPr sz="1392">
                <a:solidFill>
                  <a:schemeClr val="tx1"/>
                </a:solidFill>
              </a:defRPr>
            </a:lvl1pPr>
            <a:lvl2pPr marL="265176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2pPr>
            <a:lvl3pPr marL="530352" indent="0">
              <a:buNone/>
              <a:defRPr sz="1044">
                <a:solidFill>
                  <a:schemeClr val="tx1">
                    <a:tint val="75000"/>
                  </a:schemeClr>
                </a:solidFill>
              </a:defRPr>
            </a:lvl3pPr>
            <a:lvl4pPr marL="795528" indent="0">
              <a:buNone/>
              <a:defRPr sz="928">
                <a:solidFill>
                  <a:schemeClr val="tx1">
                    <a:tint val="75000"/>
                  </a:schemeClr>
                </a:solidFill>
              </a:defRPr>
            </a:lvl4pPr>
            <a:lvl5pPr marL="1060704" indent="0">
              <a:buNone/>
              <a:defRPr sz="928">
                <a:solidFill>
                  <a:schemeClr val="tx1">
                    <a:tint val="75000"/>
                  </a:schemeClr>
                </a:solidFill>
              </a:defRPr>
            </a:lvl5pPr>
            <a:lvl6pPr marL="1325880" indent="0">
              <a:buNone/>
              <a:defRPr sz="928">
                <a:solidFill>
                  <a:schemeClr val="tx1">
                    <a:tint val="75000"/>
                  </a:schemeClr>
                </a:solidFill>
              </a:defRPr>
            </a:lvl6pPr>
            <a:lvl7pPr marL="1591056" indent="0">
              <a:buNone/>
              <a:defRPr sz="928">
                <a:solidFill>
                  <a:schemeClr val="tx1">
                    <a:tint val="75000"/>
                  </a:schemeClr>
                </a:solidFill>
              </a:defRPr>
            </a:lvl7pPr>
            <a:lvl8pPr marL="1856232" indent="0">
              <a:buNone/>
              <a:defRPr sz="928">
                <a:solidFill>
                  <a:schemeClr val="tx1">
                    <a:tint val="75000"/>
                  </a:schemeClr>
                </a:solidFill>
              </a:defRPr>
            </a:lvl8pPr>
            <a:lvl9pPr marL="2121408" indent="0">
              <a:buNone/>
              <a:defRPr sz="9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C3E8-3A26-4AE0-9E90-74E49430ABE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D0FBF-A57F-4FE6-96B8-DD2A96D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95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4639" y="2020443"/>
            <a:ext cx="2254131" cy="4815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85068" y="2020443"/>
            <a:ext cx="2254131" cy="4815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C3E8-3A26-4AE0-9E90-74E49430ABE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D0FBF-A57F-4FE6-96B8-DD2A96D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665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330" y="404090"/>
            <a:ext cx="4574560" cy="14670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330" y="1860565"/>
            <a:ext cx="2243772" cy="911834"/>
          </a:xfrm>
        </p:spPr>
        <p:txBody>
          <a:bodyPr anchor="b"/>
          <a:lstStyle>
            <a:lvl1pPr marL="0" indent="0">
              <a:buNone/>
              <a:defRPr sz="1392" b="1"/>
            </a:lvl1pPr>
            <a:lvl2pPr marL="265176" indent="0">
              <a:buNone/>
              <a:defRPr sz="1160" b="1"/>
            </a:lvl2pPr>
            <a:lvl3pPr marL="530352" indent="0">
              <a:buNone/>
              <a:defRPr sz="1044" b="1"/>
            </a:lvl3pPr>
            <a:lvl4pPr marL="795528" indent="0">
              <a:buNone/>
              <a:defRPr sz="928" b="1"/>
            </a:lvl4pPr>
            <a:lvl5pPr marL="1060704" indent="0">
              <a:buNone/>
              <a:defRPr sz="928" b="1"/>
            </a:lvl5pPr>
            <a:lvl6pPr marL="1325880" indent="0">
              <a:buNone/>
              <a:defRPr sz="928" b="1"/>
            </a:lvl6pPr>
            <a:lvl7pPr marL="1591056" indent="0">
              <a:buNone/>
              <a:defRPr sz="928" b="1"/>
            </a:lvl7pPr>
            <a:lvl8pPr marL="1856232" indent="0">
              <a:buNone/>
              <a:defRPr sz="928" b="1"/>
            </a:lvl8pPr>
            <a:lvl9pPr marL="2121408" indent="0">
              <a:buNone/>
              <a:defRPr sz="9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5330" y="2772399"/>
            <a:ext cx="2243772" cy="4077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85068" y="1860565"/>
            <a:ext cx="2254822" cy="911834"/>
          </a:xfrm>
        </p:spPr>
        <p:txBody>
          <a:bodyPr anchor="b"/>
          <a:lstStyle>
            <a:lvl1pPr marL="0" indent="0">
              <a:buNone/>
              <a:defRPr sz="1392" b="1"/>
            </a:lvl1pPr>
            <a:lvl2pPr marL="265176" indent="0">
              <a:buNone/>
              <a:defRPr sz="1160" b="1"/>
            </a:lvl2pPr>
            <a:lvl3pPr marL="530352" indent="0">
              <a:buNone/>
              <a:defRPr sz="1044" b="1"/>
            </a:lvl3pPr>
            <a:lvl4pPr marL="795528" indent="0">
              <a:buNone/>
              <a:defRPr sz="928" b="1"/>
            </a:lvl4pPr>
            <a:lvl5pPr marL="1060704" indent="0">
              <a:buNone/>
              <a:defRPr sz="928" b="1"/>
            </a:lvl5pPr>
            <a:lvl6pPr marL="1325880" indent="0">
              <a:buNone/>
              <a:defRPr sz="928" b="1"/>
            </a:lvl6pPr>
            <a:lvl7pPr marL="1591056" indent="0">
              <a:buNone/>
              <a:defRPr sz="928" b="1"/>
            </a:lvl7pPr>
            <a:lvl8pPr marL="1856232" indent="0">
              <a:buNone/>
              <a:defRPr sz="928" b="1"/>
            </a:lvl8pPr>
            <a:lvl9pPr marL="2121408" indent="0">
              <a:buNone/>
              <a:defRPr sz="9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85068" y="2772399"/>
            <a:ext cx="2254822" cy="4077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C3E8-3A26-4AE0-9E90-74E49430ABE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D0FBF-A57F-4FE6-96B8-DD2A96D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937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C3E8-3A26-4AE0-9E90-74E49430ABE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D0FBF-A57F-4FE6-96B8-DD2A96D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978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C3E8-3A26-4AE0-9E90-74E49430ABE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D0FBF-A57F-4FE6-96B8-DD2A96D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653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330" y="505989"/>
            <a:ext cx="1710626" cy="1770962"/>
          </a:xfrm>
        </p:spPr>
        <p:txBody>
          <a:bodyPr anchor="b"/>
          <a:lstStyle>
            <a:lvl1pPr>
              <a:defRPr sz="18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4822" y="1092798"/>
            <a:ext cx="2685068" cy="5393704"/>
          </a:xfrm>
        </p:spPr>
        <p:txBody>
          <a:bodyPr/>
          <a:lstStyle>
            <a:lvl1pPr>
              <a:defRPr sz="1856"/>
            </a:lvl1pPr>
            <a:lvl2pPr>
              <a:defRPr sz="1624"/>
            </a:lvl2pPr>
            <a:lvl3pPr>
              <a:defRPr sz="1392"/>
            </a:lvl3pPr>
            <a:lvl4pPr>
              <a:defRPr sz="1160"/>
            </a:lvl4pPr>
            <a:lvl5pPr>
              <a:defRPr sz="1160"/>
            </a:lvl5pPr>
            <a:lvl6pPr>
              <a:defRPr sz="1160"/>
            </a:lvl6pPr>
            <a:lvl7pPr>
              <a:defRPr sz="1160"/>
            </a:lvl7pPr>
            <a:lvl8pPr>
              <a:defRPr sz="1160"/>
            </a:lvl8pPr>
            <a:lvl9pPr>
              <a:defRPr sz="1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5330" y="2276951"/>
            <a:ext cx="1710626" cy="4218334"/>
          </a:xfrm>
        </p:spPr>
        <p:txBody>
          <a:bodyPr/>
          <a:lstStyle>
            <a:lvl1pPr marL="0" indent="0">
              <a:buNone/>
              <a:defRPr sz="928"/>
            </a:lvl1pPr>
            <a:lvl2pPr marL="265176" indent="0">
              <a:buNone/>
              <a:defRPr sz="812"/>
            </a:lvl2pPr>
            <a:lvl3pPr marL="530352" indent="0">
              <a:buNone/>
              <a:defRPr sz="696"/>
            </a:lvl3pPr>
            <a:lvl4pPr marL="795528" indent="0">
              <a:buNone/>
              <a:defRPr sz="580"/>
            </a:lvl4pPr>
            <a:lvl5pPr marL="1060704" indent="0">
              <a:buNone/>
              <a:defRPr sz="580"/>
            </a:lvl5pPr>
            <a:lvl6pPr marL="1325880" indent="0">
              <a:buNone/>
              <a:defRPr sz="580"/>
            </a:lvl6pPr>
            <a:lvl7pPr marL="1591056" indent="0">
              <a:buNone/>
              <a:defRPr sz="580"/>
            </a:lvl7pPr>
            <a:lvl8pPr marL="1856232" indent="0">
              <a:buNone/>
              <a:defRPr sz="580"/>
            </a:lvl8pPr>
            <a:lvl9pPr marL="2121408" indent="0">
              <a:buNone/>
              <a:defRPr sz="5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C3E8-3A26-4AE0-9E90-74E49430ABE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D0FBF-A57F-4FE6-96B8-DD2A96D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394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330" y="505989"/>
            <a:ext cx="1710626" cy="1770962"/>
          </a:xfrm>
        </p:spPr>
        <p:txBody>
          <a:bodyPr anchor="b"/>
          <a:lstStyle>
            <a:lvl1pPr>
              <a:defRPr sz="18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54822" y="1092798"/>
            <a:ext cx="2685068" cy="5393704"/>
          </a:xfrm>
        </p:spPr>
        <p:txBody>
          <a:bodyPr anchor="t"/>
          <a:lstStyle>
            <a:lvl1pPr marL="0" indent="0">
              <a:buNone/>
              <a:defRPr sz="1856"/>
            </a:lvl1pPr>
            <a:lvl2pPr marL="265176" indent="0">
              <a:buNone/>
              <a:defRPr sz="1624"/>
            </a:lvl2pPr>
            <a:lvl3pPr marL="530352" indent="0">
              <a:buNone/>
              <a:defRPr sz="1392"/>
            </a:lvl3pPr>
            <a:lvl4pPr marL="795528" indent="0">
              <a:buNone/>
              <a:defRPr sz="1160"/>
            </a:lvl4pPr>
            <a:lvl5pPr marL="1060704" indent="0">
              <a:buNone/>
              <a:defRPr sz="1160"/>
            </a:lvl5pPr>
            <a:lvl6pPr marL="1325880" indent="0">
              <a:buNone/>
              <a:defRPr sz="1160"/>
            </a:lvl6pPr>
            <a:lvl7pPr marL="1591056" indent="0">
              <a:buNone/>
              <a:defRPr sz="1160"/>
            </a:lvl7pPr>
            <a:lvl8pPr marL="1856232" indent="0">
              <a:buNone/>
              <a:defRPr sz="1160"/>
            </a:lvl8pPr>
            <a:lvl9pPr marL="2121408" indent="0">
              <a:buNone/>
              <a:defRPr sz="11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5330" y="2276951"/>
            <a:ext cx="1710626" cy="4218334"/>
          </a:xfrm>
        </p:spPr>
        <p:txBody>
          <a:bodyPr/>
          <a:lstStyle>
            <a:lvl1pPr marL="0" indent="0">
              <a:buNone/>
              <a:defRPr sz="928"/>
            </a:lvl1pPr>
            <a:lvl2pPr marL="265176" indent="0">
              <a:buNone/>
              <a:defRPr sz="812"/>
            </a:lvl2pPr>
            <a:lvl3pPr marL="530352" indent="0">
              <a:buNone/>
              <a:defRPr sz="696"/>
            </a:lvl3pPr>
            <a:lvl4pPr marL="795528" indent="0">
              <a:buNone/>
              <a:defRPr sz="580"/>
            </a:lvl4pPr>
            <a:lvl5pPr marL="1060704" indent="0">
              <a:buNone/>
              <a:defRPr sz="580"/>
            </a:lvl5pPr>
            <a:lvl6pPr marL="1325880" indent="0">
              <a:buNone/>
              <a:defRPr sz="580"/>
            </a:lvl6pPr>
            <a:lvl7pPr marL="1591056" indent="0">
              <a:buNone/>
              <a:defRPr sz="580"/>
            </a:lvl7pPr>
            <a:lvl8pPr marL="1856232" indent="0">
              <a:buNone/>
              <a:defRPr sz="580"/>
            </a:lvl8pPr>
            <a:lvl9pPr marL="2121408" indent="0">
              <a:buNone/>
              <a:defRPr sz="5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C3E8-3A26-4AE0-9E90-74E49430ABE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D0FBF-A57F-4FE6-96B8-DD2A96D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772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C3E8-3A26-4AE0-9E90-74E49430ABE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D0FBF-A57F-4FE6-96B8-DD2A96D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210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95559" y="404089"/>
            <a:ext cx="1143640" cy="64320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4639" y="404089"/>
            <a:ext cx="3364622" cy="64320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C3E8-3A26-4AE0-9E90-74E49430ABE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D0FBF-A57F-4FE6-96B8-DD2A96D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406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4639" y="404090"/>
            <a:ext cx="4574560" cy="14670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4639" y="2020443"/>
            <a:ext cx="4574560" cy="4815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4639" y="7034657"/>
            <a:ext cx="1193364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5C3E8-3A26-4AE0-9E90-74E49430ABE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6897" y="7034657"/>
            <a:ext cx="1790045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45835" y="7034657"/>
            <a:ext cx="1193364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D0FBF-A57F-4FE6-96B8-DD2A96D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6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30352" rtl="0" eaLnBrk="1" latinLnBrk="0" hangingPunct="1">
        <a:lnSpc>
          <a:spcPct val="90000"/>
        </a:lnSpc>
        <a:spcBef>
          <a:spcPct val="0"/>
        </a:spcBef>
        <a:buNone/>
        <a:defRPr sz="25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588" indent="-132588" algn="l" defTabSz="530352" rtl="0" eaLnBrk="1" latinLnBrk="0" hangingPunct="1">
        <a:lnSpc>
          <a:spcPct val="90000"/>
        </a:lnSpc>
        <a:spcBef>
          <a:spcPts val="580"/>
        </a:spcBef>
        <a:buFont typeface="Arial" panose="020B0604020202020204" pitchFamily="34" charset="0"/>
        <a:buChar char="•"/>
        <a:defRPr sz="1624" kern="1200">
          <a:solidFill>
            <a:schemeClr val="tx1"/>
          </a:solidFill>
          <a:latin typeface="+mn-lt"/>
          <a:ea typeface="+mn-ea"/>
          <a:cs typeface="+mn-cs"/>
        </a:defRPr>
      </a:lvl1pPr>
      <a:lvl2pPr marL="397764" indent="-132588" algn="l" defTabSz="530352" rtl="0" eaLnBrk="1" latinLnBrk="0" hangingPunct="1">
        <a:lnSpc>
          <a:spcPct val="90000"/>
        </a:lnSpc>
        <a:spcBef>
          <a:spcPts val="290"/>
        </a:spcBef>
        <a:buFont typeface="Arial" panose="020B0604020202020204" pitchFamily="34" charset="0"/>
        <a:buChar char="•"/>
        <a:defRPr sz="1392" kern="1200">
          <a:solidFill>
            <a:schemeClr val="tx1"/>
          </a:solidFill>
          <a:latin typeface="+mn-lt"/>
          <a:ea typeface="+mn-ea"/>
          <a:cs typeface="+mn-cs"/>
        </a:defRPr>
      </a:lvl2pPr>
      <a:lvl3pPr marL="662940" indent="-132588" algn="l" defTabSz="530352" rtl="0" eaLnBrk="1" latinLnBrk="0" hangingPunct="1">
        <a:lnSpc>
          <a:spcPct val="90000"/>
        </a:lnSpc>
        <a:spcBef>
          <a:spcPts val="290"/>
        </a:spcBef>
        <a:buFont typeface="Arial" panose="020B0604020202020204" pitchFamily="34" charset="0"/>
        <a:buChar char="•"/>
        <a:defRPr sz="1160" kern="1200">
          <a:solidFill>
            <a:schemeClr val="tx1"/>
          </a:solidFill>
          <a:latin typeface="+mn-lt"/>
          <a:ea typeface="+mn-ea"/>
          <a:cs typeface="+mn-cs"/>
        </a:defRPr>
      </a:lvl3pPr>
      <a:lvl4pPr marL="928116" indent="-132588" algn="l" defTabSz="530352" rtl="0" eaLnBrk="1" latinLnBrk="0" hangingPunct="1">
        <a:lnSpc>
          <a:spcPct val="90000"/>
        </a:lnSpc>
        <a:spcBef>
          <a:spcPts val="290"/>
        </a:spcBef>
        <a:buFont typeface="Arial" panose="020B0604020202020204" pitchFamily="34" charset="0"/>
        <a:buChar char="•"/>
        <a:defRPr sz="1044" kern="1200">
          <a:solidFill>
            <a:schemeClr val="tx1"/>
          </a:solidFill>
          <a:latin typeface="+mn-lt"/>
          <a:ea typeface="+mn-ea"/>
          <a:cs typeface="+mn-cs"/>
        </a:defRPr>
      </a:lvl4pPr>
      <a:lvl5pPr marL="1193292" indent="-132588" algn="l" defTabSz="530352" rtl="0" eaLnBrk="1" latinLnBrk="0" hangingPunct="1">
        <a:lnSpc>
          <a:spcPct val="90000"/>
        </a:lnSpc>
        <a:spcBef>
          <a:spcPts val="290"/>
        </a:spcBef>
        <a:buFont typeface="Arial" panose="020B0604020202020204" pitchFamily="34" charset="0"/>
        <a:buChar char="•"/>
        <a:defRPr sz="1044" kern="1200">
          <a:solidFill>
            <a:schemeClr val="tx1"/>
          </a:solidFill>
          <a:latin typeface="+mn-lt"/>
          <a:ea typeface="+mn-ea"/>
          <a:cs typeface="+mn-cs"/>
        </a:defRPr>
      </a:lvl5pPr>
      <a:lvl6pPr marL="1458468" indent="-132588" algn="l" defTabSz="530352" rtl="0" eaLnBrk="1" latinLnBrk="0" hangingPunct="1">
        <a:lnSpc>
          <a:spcPct val="90000"/>
        </a:lnSpc>
        <a:spcBef>
          <a:spcPts val="290"/>
        </a:spcBef>
        <a:buFont typeface="Arial" panose="020B0604020202020204" pitchFamily="34" charset="0"/>
        <a:buChar char="•"/>
        <a:defRPr sz="1044" kern="1200">
          <a:solidFill>
            <a:schemeClr val="tx1"/>
          </a:solidFill>
          <a:latin typeface="+mn-lt"/>
          <a:ea typeface="+mn-ea"/>
          <a:cs typeface="+mn-cs"/>
        </a:defRPr>
      </a:lvl6pPr>
      <a:lvl7pPr marL="1723644" indent="-132588" algn="l" defTabSz="530352" rtl="0" eaLnBrk="1" latinLnBrk="0" hangingPunct="1">
        <a:lnSpc>
          <a:spcPct val="90000"/>
        </a:lnSpc>
        <a:spcBef>
          <a:spcPts val="290"/>
        </a:spcBef>
        <a:buFont typeface="Arial" panose="020B0604020202020204" pitchFamily="34" charset="0"/>
        <a:buChar char="•"/>
        <a:defRPr sz="1044" kern="1200">
          <a:solidFill>
            <a:schemeClr val="tx1"/>
          </a:solidFill>
          <a:latin typeface="+mn-lt"/>
          <a:ea typeface="+mn-ea"/>
          <a:cs typeface="+mn-cs"/>
        </a:defRPr>
      </a:lvl7pPr>
      <a:lvl8pPr marL="1988820" indent="-132588" algn="l" defTabSz="530352" rtl="0" eaLnBrk="1" latinLnBrk="0" hangingPunct="1">
        <a:lnSpc>
          <a:spcPct val="90000"/>
        </a:lnSpc>
        <a:spcBef>
          <a:spcPts val="290"/>
        </a:spcBef>
        <a:buFont typeface="Arial" panose="020B0604020202020204" pitchFamily="34" charset="0"/>
        <a:buChar char="•"/>
        <a:defRPr sz="1044" kern="1200">
          <a:solidFill>
            <a:schemeClr val="tx1"/>
          </a:solidFill>
          <a:latin typeface="+mn-lt"/>
          <a:ea typeface="+mn-ea"/>
          <a:cs typeface="+mn-cs"/>
        </a:defRPr>
      </a:lvl8pPr>
      <a:lvl9pPr marL="2253996" indent="-132588" algn="l" defTabSz="530352" rtl="0" eaLnBrk="1" latinLnBrk="0" hangingPunct="1">
        <a:lnSpc>
          <a:spcPct val="90000"/>
        </a:lnSpc>
        <a:spcBef>
          <a:spcPts val="290"/>
        </a:spcBef>
        <a:buFont typeface="Arial" panose="020B0604020202020204" pitchFamily="34" charset="0"/>
        <a:buChar char="•"/>
        <a:defRPr sz="10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0352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algn="l" defTabSz="530352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2pPr>
      <a:lvl3pPr marL="530352" algn="l" defTabSz="530352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3pPr>
      <a:lvl4pPr marL="795528" algn="l" defTabSz="530352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4pPr>
      <a:lvl5pPr marL="1060704" algn="l" defTabSz="530352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5pPr>
      <a:lvl6pPr marL="1325880" algn="l" defTabSz="530352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6pPr>
      <a:lvl7pPr marL="1591056" algn="l" defTabSz="530352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7pPr>
      <a:lvl8pPr marL="1856232" algn="l" defTabSz="530352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8pPr>
      <a:lvl9pPr marL="2121408" algn="l" defTabSz="530352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1F80F-AB1A-4B91-826A-8C6E882A4A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DDB11-4766-4A21-9649-4537703F2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AB9319-D9E9-4710-A946-0A7F24F10875}"/>
              </a:ext>
            </a:extLst>
          </p:cNvPr>
          <p:cNvSpPr txBox="1"/>
          <p:nvPr/>
        </p:nvSpPr>
        <p:spPr>
          <a:xfrm>
            <a:off x="176391" y="175520"/>
            <a:ext cx="50433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CONT SẮP VỀ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AAAF86-7730-45F4-8CCA-92DAB5AFB23F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1:$C$16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1631" y="2004219"/>
            <a:ext cx="4600575" cy="3581400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06406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DFEA8B-8B85-46ED-8996-F838568CFA4B}"/>
              </a:ext>
            </a:extLst>
          </p:cNvPr>
          <p:cNvSpPr txBox="1"/>
          <p:nvPr/>
        </p:nvSpPr>
        <p:spPr>
          <a:xfrm>
            <a:off x="63283" y="216970"/>
            <a:ext cx="16722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1" dirty="0">
                <a:latin typeface="Roboto" panose="02000000000000000000" pitchFamily="2" charset="0"/>
                <a:ea typeface="Roboto" panose="02000000000000000000" pitchFamily="2" charset="0"/>
              </a:rPr>
              <a:t>WEIDASI 28/11/25-WD</a:t>
            </a:r>
            <a:endParaRPr lang="en-US" sz="11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2AF9F6-0AFB-42AD-9C2E-D56656F009FA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1:$I$4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184" y="705218"/>
            <a:ext cx="5308022" cy="1872096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17528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DFEA8B-8B85-46ED-8996-F838568CFA4B}"/>
              </a:ext>
            </a:extLst>
          </p:cNvPr>
          <p:cNvSpPr txBox="1"/>
          <p:nvPr/>
        </p:nvSpPr>
        <p:spPr>
          <a:xfrm>
            <a:off x="63283" y="216970"/>
            <a:ext cx="16834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1" dirty="0">
                <a:latin typeface="Roboto" panose="02000000000000000000" pitchFamily="2" charset="0"/>
                <a:ea typeface="Roboto" panose="02000000000000000000" pitchFamily="2" charset="0"/>
              </a:rPr>
              <a:t>BANQ 407/10/25-SZBQ</a:t>
            </a:r>
            <a:endParaRPr lang="en-US" sz="11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D18A24-1CCF-482F-9531-57D1B99D6F35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1:$I$4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9439"/>
            <a:ext cx="5300230" cy="1872095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54575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DFEA8B-8B85-46ED-8996-F838568CFA4B}"/>
              </a:ext>
            </a:extLst>
          </p:cNvPr>
          <p:cNvSpPr txBox="1"/>
          <p:nvPr/>
        </p:nvSpPr>
        <p:spPr>
          <a:xfrm>
            <a:off x="63283" y="216970"/>
            <a:ext cx="21098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1" dirty="0">
                <a:latin typeface="Roboto" panose="02000000000000000000" pitchFamily="2" charset="0"/>
                <a:ea typeface="Roboto" panose="02000000000000000000" pitchFamily="2" charset="0"/>
              </a:rPr>
              <a:t> LEEDARSON 1228/11/25-LDS</a:t>
            </a:r>
            <a:endParaRPr lang="en-US" sz="11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25091D-1F84-41F4-87FE-89D96EC95F6B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1:$I$19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184" y="734888"/>
            <a:ext cx="5308022" cy="5638800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58287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DFEA8B-8B85-46ED-8996-F838568CFA4B}"/>
              </a:ext>
            </a:extLst>
          </p:cNvPr>
          <p:cNvSpPr txBox="1"/>
          <p:nvPr/>
        </p:nvSpPr>
        <p:spPr>
          <a:xfrm>
            <a:off x="63283" y="216970"/>
            <a:ext cx="21098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1" dirty="0">
                <a:latin typeface="Roboto" panose="02000000000000000000" pitchFamily="2" charset="0"/>
                <a:ea typeface="Roboto" panose="02000000000000000000" pitchFamily="2" charset="0"/>
              </a:rPr>
              <a:t>LEEDARSON 1250/11/25-LDS</a:t>
            </a:r>
            <a:endParaRPr lang="en-US" sz="11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3BE76D-0010-4C60-9D52-EFF659F6B21D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1:$I$6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90989"/>
            <a:ext cx="5303693" cy="2374323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57891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DFEA8B-8B85-46ED-8996-F838568CFA4B}"/>
              </a:ext>
            </a:extLst>
          </p:cNvPr>
          <p:cNvSpPr txBox="1"/>
          <p:nvPr/>
        </p:nvSpPr>
        <p:spPr>
          <a:xfrm>
            <a:off x="63283" y="216970"/>
            <a:ext cx="33425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1" dirty="0">
                <a:latin typeface="Roboto" panose="02000000000000000000" pitchFamily="2" charset="0"/>
                <a:ea typeface="Roboto" panose="02000000000000000000" pitchFamily="2" charset="0"/>
              </a:rPr>
              <a:t>JINLING 18/10/25-JINLING – CON TXGU7817520</a:t>
            </a:r>
            <a:endParaRPr lang="en-US" sz="11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816B46-FEE2-429A-B8CB-2B3FA039AF4D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1:$I$6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184" y="730831"/>
            <a:ext cx="5308022" cy="2374323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34053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DFEA8B-8B85-46ED-8996-F838568CFA4B}"/>
              </a:ext>
            </a:extLst>
          </p:cNvPr>
          <p:cNvSpPr txBox="1"/>
          <p:nvPr/>
        </p:nvSpPr>
        <p:spPr>
          <a:xfrm>
            <a:off x="63283" y="216970"/>
            <a:ext cx="21323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1" dirty="0">
                <a:latin typeface="Roboto" panose="02000000000000000000" pitchFamily="2" charset="0"/>
                <a:ea typeface="Roboto" panose="02000000000000000000" pitchFamily="2" charset="0"/>
              </a:rPr>
              <a:t>ZHL 27 – CONT GLDU3503099</a:t>
            </a:r>
            <a:endParaRPr lang="en-US" sz="11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AFF756-708D-47BB-95EB-B0E29055A54E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1:$I$8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14905"/>
            <a:ext cx="5308022" cy="2880014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82209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DFEA8B-8B85-46ED-8996-F838568CFA4B}"/>
              </a:ext>
            </a:extLst>
          </p:cNvPr>
          <p:cNvSpPr txBox="1"/>
          <p:nvPr/>
        </p:nvSpPr>
        <p:spPr>
          <a:xfrm>
            <a:off x="63283" y="216970"/>
            <a:ext cx="14205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1" dirty="0">
                <a:latin typeface="Roboto" panose="02000000000000000000" pitchFamily="2" charset="0"/>
                <a:ea typeface="Roboto" panose="02000000000000000000" pitchFamily="2" charset="0"/>
              </a:rPr>
              <a:t> ZHL 26/09/25-ZHL</a:t>
            </a:r>
            <a:endParaRPr lang="en-US" sz="11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1C702F-6A3B-4101-8389-0613E793B1A8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1:$I$13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33987"/>
            <a:ext cx="5300230" cy="4132118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70542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DFEA8B-8B85-46ED-8996-F838568CFA4B}"/>
              </a:ext>
            </a:extLst>
          </p:cNvPr>
          <p:cNvSpPr txBox="1"/>
          <p:nvPr/>
        </p:nvSpPr>
        <p:spPr>
          <a:xfrm>
            <a:off x="63283" y="216970"/>
            <a:ext cx="1595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1" dirty="0">
                <a:latin typeface="Roboto" panose="02000000000000000000" pitchFamily="2" charset="0"/>
                <a:ea typeface="Roboto" panose="02000000000000000000" pitchFamily="2" charset="0"/>
              </a:rPr>
              <a:t>OML 17-1/08/25-OML</a:t>
            </a:r>
            <a:endParaRPr lang="en-US" sz="11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CCA35C-48B0-447B-99E0-DA0C8EC08794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1:$I$8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16" y="869263"/>
            <a:ext cx="5292822" cy="2636898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9198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DFEA8B-8B85-46ED-8996-F838568CFA4B}"/>
              </a:ext>
            </a:extLst>
          </p:cNvPr>
          <p:cNvSpPr txBox="1"/>
          <p:nvPr/>
        </p:nvSpPr>
        <p:spPr>
          <a:xfrm>
            <a:off x="63283" y="216970"/>
            <a:ext cx="16305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1" dirty="0">
                <a:latin typeface="Roboto" panose="02000000000000000000" pitchFamily="2" charset="0"/>
                <a:ea typeface="Roboto" panose="02000000000000000000" pitchFamily="2" charset="0"/>
              </a:rPr>
              <a:t>SONGRI 120/09/25-SR</a:t>
            </a:r>
            <a:endParaRPr lang="en-US" sz="11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58ED60-816F-4D83-86D7-574B029BB970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1:$I$22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4" y="598848"/>
            <a:ext cx="5300230" cy="6392141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07860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DFEA8B-8B85-46ED-8996-F838568CFA4B}"/>
              </a:ext>
            </a:extLst>
          </p:cNvPr>
          <p:cNvSpPr txBox="1"/>
          <p:nvPr/>
        </p:nvSpPr>
        <p:spPr>
          <a:xfrm>
            <a:off x="63283" y="216970"/>
            <a:ext cx="16305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1" dirty="0">
                <a:latin typeface="Roboto" panose="02000000000000000000" pitchFamily="2" charset="0"/>
                <a:ea typeface="Roboto" panose="02000000000000000000" pitchFamily="2" charset="0"/>
              </a:rPr>
              <a:t>SONGRI 120/09/25-SR</a:t>
            </a:r>
            <a:endParaRPr lang="en-US" sz="11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89D22C-BF30-4D7D-9EF7-C9032E553351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23:$I$49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4" y="597129"/>
            <a:ext cx="5300230" cy="6775739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04981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DFEA8B-8B85-46ED-8996-F838568CFA4B}"/>
              </a:ext>
            </a:extLst>
          </p:cNvPr>
          <p:cNvSpPr txBox="1"/>
          <p:nvPr/>
        </p:nvSpPr>
        <p:spPr>
          <a:xfrm>
            <a:off x="63283" y="216970"/>
            <a:ext cx="16305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1" dirty="0">
                <a:latin typeface="Roboto" panose="02000000000000000000" pitchFamily="2" charset="0"/>
                <a:ea typeface="Roboto" panose="02000000000000000000" pitchFamily="2" charset="0"/>
              </a:rPr>
              <a:t>SONGRI 120/09/25-SR</a:t>
            </a:r>
            <a:endParaRPr lang="en-US" sz="11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B0EFDD-8210-46F7-B3D8-97DC20D063F5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50:$I$55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21" y="847068"/>
            <a:ext cx="5304559" cy="1516207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82164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DFEA8B-8B85-46ED-8996-F838568CFA4B}"/>
              </a:ext>
            </a:extLst>
          </p:cNvPr>
          <p:cNvSpPr txBox="1"/>
          <p:nvPr/>
        </p:nvSpPr>
        <p:spPr>
          <a:xfrm>
            <a:off x="63283" y="216970"/>
            <a:ext cx="17315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1" dirty="0">
                <a:latin typeface="Roboto" panose="02000000000000000000" pitchFamily="2" charset="0"/>
                <a:ea typeface="Roboto" panose="02000000000000000000" pitchFamily="2" charset="0"/>
              </a:rPr>
              <a:t>LEGEND 139/12/25-LGD</a:t>
            </a:r>
            <a:endParaRPr lang="en-US" sz="11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06D753-5B5B-4646-ABF9-6465A3402549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1:$I$6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184" y="765195"/>
            <a:ext cx="5308022" cy="2377786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47588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DFEA8B-8B85-46ED-8996-F838568CFA4B}"/>
              </a:ext>
            </a:extLst>
          </p:cNvPr>
          <p:cNvSpPr txBox="1"/>
          <p:nvPr/>
        </p:nvSpPr>
        <p:spPr>
          <a:xfrm>
            <a:off x="63283" y="216970"/>
            <a:ext cx="17315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1" dirty="0">
                <a:latin typeface="Roboto" panose="02000000000000000000" pitchFamily="2" charset="0"/>
                <a:ea typeface="Roboto" panose="02000000000000000000" pitchFamily="2" charset="0"/>
              </a:rPr>
              <a:t>LEGEND 140/12/25-LGD</a:t>
            </a:r>
            <a:endParaRPr lang="en-US" sz="11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98040F-2C71-4099-8896-D5FF287525E0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1:$I$22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4" y="598848"/>
            <a:ext cx="5300230" cy="6392141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33801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DFEA8B-8B85-46ED-8996-F838568CFA4B}"/>
              </a:ext>
            </a:extLst>
          </p:cNvPr>
          <p:cNvSpPr txBox="1"/>
          <p:nvPr/>
        </p:nvSpPr>
        <p:spPr>
          <a:xfrm>
            <a:off x="63283" y="216970"/>
            <a:ext cx="17315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1" dirty="0">
                <a:latin typeface="Roboto" panose="02000000000000000000" pitchFamily="2" charset="0"/>
                <a:ea typeface="Roboto" panose="02000000000000000000" pitchFamily="2" charset="0"/>
              </a:rPr>
              <a:t>LEGEND 140/12/25-LGD</a:t>
            </a:r>
            <a:endParaRPr lang="en-US" sz="11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3AD006-7A14-4C17-9C36-E776ABBC848B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23:$I$34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8796" y="772030"/>
            <a:ext cx="5300230" cy="3022889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94934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DFEA8B-8B85-46ED-8996-F838568CFA4B}"/>
              </a:ext>
            </a:extLst>
          </p:cNvPr>
          <p:cNvSpPr txBox="1"/>
          <p:nvPr/>
        </p:nvSpPr>
        <p:spPr>
          <a:xfrm>
            <a:off x="63283" y="216970"/>
            <a:ext cx="20393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1" dirty="0">
                <a:latin typeface="Roboto" panose="02000000000000000000" pitchFamily="2" charset="0"/>
                <a:ea typeface="Roboto" panose="02000000000000000000" pitchFamily="2" charset="0"/>
              </a:rPr>
              <a:t> SINCERE 41/12/25-SINCERE</a:t>
            </a:r>
            <a:endParaRPr lang="en-US" sz="11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5E4107-CF01-41AB-817E-E9A14A98B735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1:$I$7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184" y="797779"/>
            <a:ext cx="5308022" cy="2625437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31319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DFEA8B-8B85-46ED-8996-F838568CFA4B}"/>
              </a:ext>
            </a:extLst>
          </p:cNvPr>
          <p:cNvSpPr txBox="1"/>
          <p:nvPr/>
        </p:nvSpPr>
        <p:spPr>
          <a:xfrm>
            <a:off x="63283" y="216970"/>
            <a:ext cx="20393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1" dirty="0">
                <a:latin typeface="Roboto" panose="02000000000000000000" pitchFamily="2" charset="0"/>
                <a:ea typeface="Roboto" panose="02000000000000000000" pitchFamily="2" charset="0"/>
              </a:rPr>
              <a:t>SINCERE 40/12/25-SINCERE</a:t>
            </a:r>
            <a:endParaRPr lang="en-US" sz="11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AF580E-003E-4252-9447-DBF534E343C6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1:$I$7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6206"/>
            <a:ext cx="5308022" cy="2628900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2976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1283</TotalTime>
  <Words>44</Words>
  <Application>Microsoft Office PowerPoint</Application>
  <PresentationFormat>Custom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nguyenvu</dc:creator>
  <cp:lastModifiedBy>nguyenvu</cp:lastModifiedBy>
  <cp:revision>223</cp:revision>
  <cp:lastPrinted>2026-02-04T01:47:53Z</cp:lastPrinted>
  <dcterms:created xsi:type="dcterms:W3CDTF">2025-09-04T07:06:31Z</dcterms:created>
  <dcterms:modified xsi:type="dcterms:W3CDTF">2026-02-12T05:33:01Z</dcterms:modified>
</cp:coreProperties>
</file>